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CDA62-CFFE-4938-AA97-B9E9C41C1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DC3C54-6B7D-40C0-9443-9100CE228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17E384-E29D-464C-8511-7FF8A997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F253DA-A0B2-407A-B5FC-4E7DB1D7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141C68-A453-4278-A81D-71F55B8D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54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E9AA23-2447-414B-BE12-AD4F01CB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958C0E-79B8-4F67-9522-DC332E84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5D7FB5-D013-487D-B38C-2DB2FD35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C932EC-C93B-4FCF-B2D9-898CAA05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60C074-CAEB-4451-9BD4-3870BE2F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00869-8B03-4929-AF81-0EE98E47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3908D4-530F-4665-8F4B-E34CBA180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03BFD2-8198-40CF-890D-C69BAB4CF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1B4A6F-C2C6-4C39-A8B4-B99B8D89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6C67E-756F-45F4-9CC6-570FBBF9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007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A2243-AA25-4B86-A6C1-05EEC404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165B15-EEB8-4938-915B-5BC319CEE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C20DD8-D4E8-4906-AE08-0DF4180B1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76E9BA-DD64-4E0E-9356-07E79BE5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CDE36C-95C6-4561-855A-560B528F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68EFF9-BAA6-4B97-A659-2698251E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02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F66B4-3273-49D3-8F11-CFC7A6FD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691749-4036-45E3-BED6-F60809C1F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712F13-F99C-4B09-81B3-CDD361BA4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6EDC0D6-F9D6-4CE3-9782-B82927AF6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933F56-7C36-4D64-8C1B-A0B84BD9D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78C68F-4C9B-4926-A10E-A25615A2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DF6DD26-44D0-4157-81F4-1E88F711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9AD2ED-DAB2-4D01-B932-3735537E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16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D2856-5648-4802-9175-7072A11F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98C755-6C65-400E-BE68-D8E32765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CE4190-F47D-45D3-B51A-68B0EAF6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641FCA0-9905-48ED-A338-A659F41C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4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E44A5D-C96A-43C2-B8E9-E80766BED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673D41-3421-4EE4-8644-EB8222F1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6F5664-54B2-48DA-8A2A-CBF4049E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80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4328C-F7CC-4A78-8A3B-291F9E2E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5BADE8-A482-48FA-8463-C5B407D5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DB97BA-593B-4AD3-B335-267CFF1FB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45F086-3C4D-499B-8997-E959F778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6D202C-C58B-4A4F-A3D3-1B26375F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78129C-05F3-4855-A959-B0478602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55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25934-5C88-48ED-8E4C-0A2D2381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5354CF-365C-41CE-981C-709BCC6BE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848941-93E1-49A0-A7C6-F33E86261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D2B4DA-51EF-481F-999E-91ABCD8C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5673E8-3EBB-467C-ADDA-846BA316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2BC119-4B0E-4617-A5B5-C6026152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31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B8DEE-040A-4610-B477-51E415B7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F32FEE-8383-4AB6-B678-7048A5124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CB4883-1851-4A69-B280-9831B0B5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DBC739-0555-4B04-9C59-87DC430E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9E514-3062-4745-A460-7C7E9E2E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058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BDA7B6-8059-47DA-A6AA-F8B96CE0A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E7A914-60AA-431F-8C2E-3DB3AE897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031E66-5B19-4352-9996-F78F1D1B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36E60B-7279-4A6E-AB60-820B6702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426B22-71F6-4554-9991-92BDE974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0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E453CE-A705-42CB-B556-ECC2257D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8267F6-8DA1-444F-9210-91E3407E8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45FFF2-5FCE-412F-9DBB-BD183C7FC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08B03-0266-4707-842C-E3764B6C5637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0DFED3-AF65-40E2-84CB-120DC301C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05AAC8-E1BE-4907-8A75-73CE1661D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40052-1DB9-414A-AA26-DEC98FC331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23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5158A59E-296F-44F6-A280-AE70A33EA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067" y="654701"/>
            <a:ext cx="9144000" cy="5037667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endParaRPr kumimoji="1" lang="ja-JP" altLang="en-US" sz="1000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7B11D55-2C64-46E3-BA3B-01538FE066F5}"/>
              </a:ext>
            </a:extLst>
          </p:cNvPr>
          <p:cNvCxnSpPr>
            <a:cxnSpLocks/>
          </p:cNvCxnSpPr>
          <p:nvPr/>
        </p:nvCxnSpPr>
        <p:spPr>
          <a:xfrm>
            <a:off x="4927360" y="917085"/>
            <a:ext cx="0" cy="41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1B011F-EF0B-4813-A3E6-A7CECE1CBB56}"/>
              </a:ext>
            </a:extLst>
          </p:cNvPr>
          <p:cNvSpPr/>
          <p:nvPr/>
        </p:nvSpPr>
        <p:spPr>
          <a:xfrm rot="18877551">
            <a:off x="2929047" y="194317"/>
            <a:ext cx="1169162" cy="1177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06CB0F-D40B-43CF-8305-BDC0688B8CB3}"/>
              </a:ext>
            </a:extLst>
          </p:cNvPr>
          <p:cNvSpPr txBox="1"/>
          <p:nvPr/>
        </p:nvSpPr>
        <p:spPr>
          <a:xfrm>
            <a:off x="2751587" y="654701"/>
            <a:ext cx="3488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/>
              <a:t>If number 3.5&gt;=k&gt;2.5</a:t>
            </a:r>
            <a:endParaRPr kumimoji="1" lang="ja-JP" altLang="en-US" sz="1050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16B4898-569F-4EE4-8813-E2156AA314E1}"/>
              </a:ext>
            </a:extLst>
          </p:cNvPr>
          <p:cNvCxnSpPr>
            <a:cxnSpLocks/>
          </p:cNvCxnSpPr>
          <p:nvPr/>
        </p:nvCxnSpPr>
        <p:spPr>
          <a:xfrm>
            <a:off x="4343401" y="781659"/>
            <a:ext cx="4910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4756B69-1EC7-49DF-915C-F59ACEC26B28}"/>
              </a:ext>
            </a:extLst>
          </p:cNvPr>
          <p:cNvSpPr txBox="1"/>
          <p:nvPr/>
        </p:nvSpPr>
        <p:spPr>
          <a:xfrm>
            <a:off x="4775161" y="654701"/>
            <a:ext cx="491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no</a:t>
            </a:r>
            <a:endParaRPr kumimoji="1" lang="ja-JP" altLang="en-US" sz="10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B2F03FE-244B-4104-A0BA-D876C1A6B658}"/>
              </a:ext>
            </a:extLst>
          </p:cNvPr>
          <p:cNvSpPr/>
          <p:nvPr/>
        </p:nvSpPr>
        <p:spPr>
          <a:xfrm>
            <a:off x="4038580" y="3606802"/>
            <a:ext cx="2125153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Display</a:t>
            </a:r>
          </a:p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“もうちょっと頑張ろう</a:t>
            </a:r>
            <a:r>
              <a:rPr lang="en-US" altLang="ja-JP" sz="105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A19F6C2-C8AD-486E-BE0A-9E8084D8A774}"/>
              </a:ext>
            </a:extLst>
          </p:cNvPr>
          <p:cNvSpPr/>
          <p:nvPr/>
        </p:nvSpPr>
        <p:spPr>
          <a:xfrm rot="2744977">
            <a:off x="4377942" y="1538959"/>
            <a:ext cx="1098836" cy="1144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800" dirty="0"/>
              <a:t>If number 2.5&gt;=k&gt;=0</a:t>
            </a:r>
            <a:endParaRPr kumimoji="1" lang="ja-JP" altLang="en-US" sz="1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1C431F0-1A55-4C52-AF39-29324FDE35C4}"/>
              </a:ext>
            </a:extLst>
          </p:cNvPr>
          <p:cNvSpPr txBox="1"/>
          <p:nvPr/>
        </p:nvSpPr>
        <p:spPr>
          <a:xfrm>
            <a:off x="4224868" y="1984325"/>
            <a:ext cx="277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/>
              <a:t>If number 2.5&gt;=k&gt;=0</a:t>
            </a:r>
            <a:endParaRPr kumimoji="1" lang="ja-JP" altLang="en-US" sz="1000" dirty="0"/>
          </a:p>
          <a:p>
            <a:endParaRPr kumimoji="1" lang="ja-JP" altLang="en-US" sz="1000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95284FD-326D-4285-9396-26CE06B467AC}"/>
              </a:ext>
            </a:extLst>
          </p:cNvPr>
          <p:cNvCxnSpPr>
            <a:cxnSpLocks/>
          </p:cNvCxnSpPr>
          <p:nvPr/>
        </p:nvCxnSpPr>
        <p:spPr>
          <a:xfrm>
            <a:off x="4927080" y="2904068"/>
            <a:ext cx="0" cy="72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62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小舘透維</dc:creator>
  <cp:lastModifiedBy>小舘透維</cp:lastModifiedBy>
  <cp:revision>3</cp:revision>
  <dcterms:created xsi:type="dcterms:W3CDTF">2025-11-07T09:58:33Z</dcterms:created>
  <dcterms:modified xsi:type="dcterms:W3CDTF">2025-11-07T10:11:03Z</dcterms:modified>
</cp:coreProperties>
</file>